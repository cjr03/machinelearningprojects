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FLOPs Saved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FLOPs Saved (%)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θ=0.80</c:v>
                  </c:pt>
                  <c:pt idx="1">
                    <c:v>θ=0.90</c:v>
                  </c:pt>
                  <c:pt idx="2">
                    <c:v>θ=0.95</c:v>
                  </c:pt>
                  <c:pt idx="3">
                    <c:v>θ=0.99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40.43</c:v>
                </c:pt>
                <c:pt idx="1">
                  <c:v>36.7</c:v>
                </c:pt>
                <c:pt idx="2">
                  <c:v>33.19</c:v>
                </c:pt>
                <c:pt idx="3">
                  <c:v>25.75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Top-1 Accuracy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 (%)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θ=0.80</c:v>
                  </c:pt>
                  <c:pt idx="1">
                    <c:v>θ=0.90</c:v>
                  </c:pt>
                  <c:pt idx="2">
                    <c:v>θ=0.95</c:v>
                  </c:pt>
                  <c:pt idx="3">
                    <c:v>θ=0.99</c:v>
                  </c:pt>
                  <c:pt idx="4">
                    <c:v>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90.74</c:v>
                </c:pt>
                <c:pt idx="1">
                  <c:v>91.13</c:v>
                </c:pt>
                <c:pt idx="2">
                  <c:v>91.28</c:v>
                </c:pt>
                <c:pt idx="3">
                  <c:v>91.39</c:v>
                </c:pt>
                <c:pt idx="4">
                  <c:v>91.42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AdaptiveRes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Neural Network Optimization via Early-Exit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423160"/>
            <a:ext cx="77724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· Analysis · Conclusions · Recommendations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Roberts · Matthew Watters · Henrik Evers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Ming-Hwa Wang  |  CSEN 241 – Cloud Computing  |  Santa Clara University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Design · Flowchart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AdaptiveRes</a:t>
            </a:r>
            <a:endParaRPr lang="en-US" sz="2000" dirty="0"/>
          </a:p>
        </p:txBody>
      </p:sp>
      <p:pic>
        <p:nvPicPr>
          <p:cNvPr id="4" name="Image 0" descr="/home/claude/Adaptive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384048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9120" y="777240"/>
            <a:ext cx="4480560" cy="4206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ResNet-18 modified for CIFAR-10 (32×32). Initial 7×7 conv replaced with 3×3 (stride 1); MaxPool replaced with Identity to preserve spatial dims.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1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After Residual Block 2 (~50% depth). GAP → Flatten → Linear(128, 10).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2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After Residual Block 3 (~75% depth). GAP → Flatten → Linear(256, 10).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Exit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Standard ResNet-18 output head (AvgPool → FC → 10).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Loss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L_total = L_exit1 + L_exit2 + L_final (λ=1.0 each). All exits trained end-to-end.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Adam (lr=0.001, weight_decay=1e-4), CosineAnnealingLR scheduler, 30 epochs.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Strategy — Dynamic Exit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0" y="777240"/>
            <a:ext cx="1645920" cy="5029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749040" y="777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62856" y="12801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554480"/>
            <a:ext cx="2743200" cy="54864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Stage 1: Conv + Block 1 + Block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62856" y="21031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Exit 1: Softmax Confidence &gt; θ?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651760"/>
            <a:ext cx="1645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423160"/>
            <a:ext cx="1371600" cy="4572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 Exit Early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Low Cost (~33%)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2468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62856" y="29260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926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3200400"/>
            <a:ext cx="2743200" cy="502920"/>
          </a:xfrm>
          <a:prstGeom prst="round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Stage 2: Residual Block 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62856" y="37033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Exit 2: Softmax Confidence &gt; θ?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183380"/>
            <a:ext cx="16459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954780"/>
            <a:ext cx="1371600" cy="4572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39547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 Exit Early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Med Cost (~66%)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39776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62856" y="44348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434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4663440"/>
            <a:ext cx="2560320" cy="36576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91840" y="4663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Final Layer — Full Cost (100%)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7C7B"/>
                </a:solidFill>
              </a:rPr>
              <a:t>θ threshold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28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(e.g. 0.95)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" y="31546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Controls the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acuracy-cost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trade-off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Implementation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22960"/>
            <a:ext cx="8229600" cy="4023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Modified ResNet backbone for CIFAR-10 32×32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self.backbone.conv1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nn.Conv2d(3, 64, kernel_size=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stride=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padding=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bias=False)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self.backbone.maxpool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nn.Identity()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pooling on small images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 1 head (after layer2, feature dim 128)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self.exit1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nn.Sequential(nn.AdaptiveAvgPool2d((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)), nn.Flatten(), nn.Linear(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Joint loss training — equal weight across all 3 exits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criterion(o1, labels) + criterion(o2, labels) + criterion(o_final, labels)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Adaptive inference — sample-level exit decision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max_p1 &gt; θ: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at stage 1 (Low Cost)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max_p2 &gt; θ: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at stage 2 (Med Cost)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        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network (Full Cost)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Discussion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28600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Hypothesis Comparison · Abnormal Cases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Results — Performance Summary</a:t>
            </a:r>
            <a:endParaRPr lang="en-US" sz="2000" dirty="0"/>
          </a:p>
        </p:txBody>
      </p:sp>
      <p:pic>
        <p:nvPicPr>
          <p:cNvPr id="4" name="Image 0" descr="/home/claude/results_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85800"/>
            <a:ext cx="859536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Verification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≥30% FLOPs reduction with Top-1 accuracy within 0.5% of baseline (91.42%) at θ = 0.95.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41148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Computational 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33.19%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FLOPs saved vs baseline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(Target: ≥30%  ✓ PASSED)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00200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 Retention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484632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Accuracy loss (91.28% vs 91.42%)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(Target: ≤0.5%  ✓ PASSED  |  p = 0.31)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8595360" cy="41148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Exit Distribution at θ=0.95  →  58.5% at Exit 1  |  20.6% at Exit 2  |  21.0% at Final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 of test images exit at Block 2 — confirming that the majority of cloud traffic is over-computed by static DNN deployments.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Accuracy–Cost Trade-off Across Thresholds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68580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685800"/>
          <a:ext cx="3383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886200"/>
            <a:ext cx="8595360" cy="54864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θ increases, fewer samples exit early → FLOPs savings decrease but accuracy approaches baseline. Sweet spot: θ = 0.95 (33.2% savings, only 0.16% accuracy loss).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74320" y="452628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Hypothesis target: ≥30% FLOPs saved, ≤0.5% accuracy loss — all thresholds ≤0.95 meet both criteria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Case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31520"/>
            <a:ext cx="402336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Premature Exits (Overconfidence)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7490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probability ≠ true calibration. Hard/occluded/adversarial samples can still yield high confidence at shallow layers.
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at θ=0.80 is 2.81% vs baseline 3.67% — lower ECE, but overconfident early exits explain the 0.68% accuracy gap.
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post-training to re-calibrate Softmax probabilities before threshold comparison.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7315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731520"/>
            <a:ext cx="40233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Long-Tail Latency Spikes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37490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~21% of samples (at θ=0.95) traverse the full network PLUS the overhead of computing two intermediate exits first.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requests are ~5% slower than a pure baseline run, creating a bimodal latency distribution problematic for strict SLA adherence.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batching or asynchronous processing on GPU to parallelize partial and full-network paths, absorbing the overhead.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06240"/>
            <a:ext cx="8321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Note: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at θ=0.95 (p=0.31) and θ=0.99 (p=0.46) confirm no statistically significant accuracy degradation. θ=0.80 (p=0.01) shows marginal but measurable accuracy impact — a considered trade-off for 40.4% cost savings.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286000" y="13716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286000" y="3063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· Future Work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2743200" cy="1554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33.19%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FLOPs Reduced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(Target: ≥30%)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731520"/>
            <a:ext cx="2743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822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0.16%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 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(Target: ≤0.5%)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27432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822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58.5%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Samples Exit Early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at Stage 1 (θ=0.95)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423160"/>
            <a:ext cx="8595360" cy="2423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Hypothesis Confirmed.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AdaptiveRes achieved 33.19% FLOPs reduction with statistically insignificant accuracy loss (p=0.31) at θ=0.95.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Cloud Economics Validated.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33% compute reduction in pay-as-you-go serverless environments directly translates to 33% lower OpEx at scale (millions of inferences/day).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Green Cloud Benefit.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Fewer FLOPs = lower data center energy consumption, aligning with sustainable computing initiatives.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Bimodal Traffic Discovered.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58.5% of CIFAR-10 traffic is 'easy' — confirming that standard static DNNs drastically over-compute for average cloud workloads.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Future Studies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1783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</a:rPr>
              <a:t>Dynamic Thresholding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Replace fixed θ with learnable thresholds or Contextual Bandits (Ju et al. DEE). Auto-tune θ based on real-time server load and SLA requirements — e.g., lower θ during peak traffic to protect throughput.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502920" cy="1783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716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822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Batch Processing Optimization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Early exits break standard GPU batching (samples finish at different depths). Investigate masked batching or asynchronous processing to realize theoretical FLOP savings on high-throughput GPU inference servers.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50292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83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Explainable AI at Exit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Incorporate XAI (Lin et al. E3) to diagnose why a given exit was triggered. Critical for high-stakes applications like financial trading or content moderation where auditability is required.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788920"/>
            <a:ext cx="502920" cy="1783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383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Temperature Scaling &amp; Calibration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Post-training temperature scaling to improve Softmax calibration, reducing overconfident early exits on ambiguous samples — directly addressing the main identified abnormal case.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2860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· I/O Listing · Architecture Diagram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Source Code Documentation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BATCH_SIZE=256, LR=0.001, EPOCHS=30, θ=[0.80, 0.90, 0.95, 0.99], DEVICE=auto (GPU/CPU)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7724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795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14300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CIFAR-10 (60K train / 10K test). Augmentation: RandomCrop(32,p=4), HFlip, Rotation(±15°), ColorJitter. Normalize: μ=(0.491,0.482,0.447), σ=(0.202,0.199,0.201).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12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AdaptiveRes 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603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Extends nn.Module over ResNet-18. Patches conv1→3×3 stride-1, maxpool→Identity. Adds exit1 (Linear 128→10) and exit2 (Linear 256→10) sequential heads.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9456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12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 Loop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5603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Adam optimizer + CosineAnnealingLR. Joint loss = CE(o1) + CE(o2) + CE(final). 30 epochs, weight_decay=1e-4.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30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Inference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977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Per-sample loop: Softmax at exit1 → if max &gt; θ, exit. Else Softmax at exit2 → if max &gt; θ, exit. Else final layer. Tracks exit_counts per threshold.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611880"/>
            <a:ext cx="416052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630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9776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compute_ece() — Expected Calibration Error over 10 bins. benchmark_flops() — fvcore FlopCountAnalysis with Exit1Model/Exit2Model sub-models. P-value via scipy.stats.norm.sf.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Input / Output Listing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4206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11480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04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CIFAR-10 (60K 32×32 RGB images, 10 classes)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Split: 50,000 images | Test Split: 10,000 images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airplane, automobile, bird, cat, deer, dog, frog, horse, ship, truck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Tensor Shape: (N, 3, 32, 32) — batch × channels × H × 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Normalize to μ/σ of CIFAR-10 statistics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Evaluated: θ ∈ {0.80, 0.90, 0.95, 0.99}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685800"/>
            <a:ext cx="4114800" cy="4206240"/>
          </a:xfrm>
          <a:prstGeom prst="rect">
            <a:avLst/>
          </a:prstGeom>
          <a:solidFill>
            <a:srgbClr val="F0F4F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685800"/>
            <a:ext cx="41148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704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 ± standard error for all 7 model configs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(ECE, 10-bin) per config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significance test vs. Baseline Final Exit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(MFLOPS / EFLOPS) per inference averaged over 10K test images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200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Saved (%) relative to 556.71 MFLOPS baseline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703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Distribution: count of samples at Exit1/Exit2/Final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AdaptiveRes demonstrates that confidence-based early-exit mechanisms deliver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cloud cost savings without compromising service quality.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834640"/>
            <a:ext cx="54864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Cole Roberts · Matthew Watters · Henrik Evers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Dr. Ming-Hwa Wang  |  CSEN 241 – Cloud Computing  |  Santa Clara University  |  February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3886200"/>
            <a:ext cx="1737360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33.19%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F0EE"/>
                </a:solidFill>
              </a:rPr>
              <a:t>FLOPs Saved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886200"/>
            <a:ext cx="1737360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0.16%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F0EE"/>
                </a:solidFill>
              </a:rPr>
              <a:t>Accuracy Loss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3886200"/>
            <a:ext cx="1737360" cy="8686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0.31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52160" y="4370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F0EE"/>
                </a:solidFill>
              </a:rPr>
              <a:t>P-value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AdaptiveRes: Cloud Neural Network Optimization</dc:title>
  <dc:subject>PptxGenJS Presentation</dc:subject>
  <dc:creator>PptxGenJS</dc:creator>
  <cp:lastModifiedBy>PptxGenJS</cp:lastModifiedBy>
  <cp:revision>1</cp:revision>
  <dcterms:created xsi:type="dcterms:W3CDTF">2026-03-03T02:21:41Z</dcterms:created>
  <dcterms:modified xsi:type="dcterms:W3CDTF">2026-03-03T02:21:41Z</dcterms:modified>
</cp:coreProperties>
</file>